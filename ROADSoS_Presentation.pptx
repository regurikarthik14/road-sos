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0" y="137160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0">
                <a:solidFill>
                  <a:srgbClr val="FFFFFF"/>
                </a:solidFill>
                <a:latin typeface="Calibri"/>
              </a:defRPr>
            </a:pPr>
            <a:r>
              <a:t>🛡️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468880"/>
            <a:ext cx="8534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RoadSOS — Raksha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200400"/>
            <a:ext cx="8534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9CA3AF"/>
                </a:solidFill>
                <a:latin typeface="Calibri"/>
              </a:defRPr>
            </a:pPr>
            <a:r>
              <a:t>AI-Powered Emergency Response &amp; Roadside Assistance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3931920"/>
            <a:ext cx="3047695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28800" y="4297680"/>
            <a:ext cx="8534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CA3AF"/>
                </a:solidFill>
                <a:latin typeface="Calibri"/>
              </a:defRPr>
            </a:pPr>
            <a:r>
              <a:t>Hackathon Submission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943600"/>
            <a:ext cx="8534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A3AF"/>
                </a:solidFill>
                <a:latin typeface="Calibri"/>
              </a:defRPr>
            </a:pPr>
            <a:r>
              <a:t>Built with React 19 · TypeScript · Node.js · MongoDB  |  Vercel Deployed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🚨 Problem &amp;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5303520" cy="5029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3716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F4444"/>
                </a:solidFill>
                <a:latin typeface="Calibri"/>
              </a:defRPr>
            </a:pPr>
            <a:r>
              <a:t>⚠️  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1.54 million road fatalities worldwide each year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Golden Hour critical — every minute counts after a crash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Victims often unable to call for help after an accident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No automated system to detect crashes &amp; dispatch help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Vehicle fires go undetected, escalating rapidly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Emergency responders lack patient medical info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GPS location not automatically shared with services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029200" cy="5029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0B981"/>
                </a:solidFill>
                <a:latin typeface="Calibri"/>
              </a:defRPr>
            </a:pPr>
            <a:r>
              <a:t>✅  Our Solution — Raksha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01168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'Raksha' (रक्षा) means 'protection' in Sanskrit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Real-time crash detection via phone sensors + audio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Auto-SOS with 10-second smart countdown &amp; cancel option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Fire detection using device temperature monitoring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One-tap dispatch to Trauma, Police &amp; Ambulance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AI-powered voice assistant (Gemini integration)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GPS location shared with emergency responders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Medical ID card for paramedic quick-read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🔥 Key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3474720" cy="237744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54864" cy="21031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37160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Calibri"/>
              </a:defRPr>
            </a:pPr>
            <a:r>
              <a:t>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8745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Crash 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Accelerometer + microphone co-trigger</a:t>
            </a:r>
            <a:br/>
            <a:r>
              <a:t>3 impacts within 5s + loud sound</a:t>
            </a:r>
            <a:br/>
            <a:r>
              <a:t>Auto-SOS countdown with cancel</a:t>
            </a:r>
          </a:p>
        </p:txBody>
      </p:sp>
      <p:sp>
        <p:nvSpPr>
          <p:cNvPr id="9" name="Rectangle 8"/>
          <p:cNvSpPr/>
          <p:nvPr/>
        </p:nvSpPr>
        <p:spPr>
          <a:xfrm>
            <a:off x="4526280" y="1188720"/>
            <a:ext cx="3474720" cy="237744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26280" y="1325880"/>
            <a:ext cx="54864" cy="2103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54880" y="137160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Calibri"/>
              </a:defRPr>
            </a:pPr>
            <a:r>
              <a:t>🌡️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8745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Fire 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24028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Real-time temperature monitoring</a:t>
            </a:r>
            <a:br/>
            <a:r>
              <a:t>Auto-dispatch fire engine + ambulance</a:t>
            </a:r>
            <a:br/>
            <a:r>
              <a:t>Normal / Elevated / Fire Alert states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1188720"/>
            <a:ext cx="3474720" cy="237744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321040" y="1325880"/>
            <a:ext cx="54864" cy="21031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49640" y="137160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Calibri"/>
              </a:defRPr>
            </a:pPr>
            <a:r>
              <a:t>🛡️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18745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Hardware Health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224028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CPU, Battery &amp; Sensor monitoring</a:t>
            </a:r>
            <a:br/>
            <a:r>
              <a:t>Critical → Owner call (15s countdown)</a:t>
            </a:r>
            <a:br/>
            <a:r>
              <a:t>Auto-action if no response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840480"/>
            <a:ext cx="3474720" cy="237744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31520" y="3977640"/>
            <a:ext cx="54864" cy="21031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0120" y="402336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Calibri"/>
              </a:defRPr>
            </a:pPr>
            <a:r>
              <a:t>🗺️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5262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GPS &amp; Map 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89204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Real-time Leaflet.js map with routing</a:t>
            </a:r>
            <a:br/>
            <a:r>
              <a:t>Traffic-colored segments (green/yellow/red)</a:t>
            </a:r>
            <a:br/>
            <a:r>
              <a:t>Nearby: Trauma, Police, Towing, Puncture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26280" y="3840480"/>
            <a:ext cx="3474720" cy="237744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526280" y="3977640"/>
            <a:ext cx="54864" cy="21031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754880" y="402336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Calibri"/>
              </a:defRPr>
            </a:pPr>
            <a:r>
              <a:t>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45262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AI Chat Assistant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489204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Gemini 2.0 Flash AI with streaming</a:t>
            </a:r>
            <a:br/>
            <a:r>
              <a:t>Voice input/output (SpeechRecognition)</a:t>
            </a:r>
            <a:br/>
            <a:r>
              <a:t>20+ smart fallback responses offline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21040" y="3840480"/>
            <a:ext cx="3474720" cy="237744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321040" y="3977640"/>
            <a:ext cx="54864" cy="21031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549640" y="402336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Calibri"/>
              </a:defRPr>
            </a:pPr>
            <a:r>
              <a:t>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45262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Authentication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489204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Email OR phone registration (Facebook-style)</a:t>
            </a:r>
            <a:br/>
            <a:r>
              <a:t>23-country code selector for phone</a:t>
            </a:r>
            <a:br/>
            <a:r>
              <a:t>OTP verification + JWT auth + password reset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🏗️  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698480" cy="2286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F4444"/>
                </a:solidFill>
                <a:latin typeface="Calibri"/>
              </a:defRPr>
            </a:pPr>
            <a:r>
              <a:t>📱  Frontend (React 19 + TypeScript)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920240"/>
            <a:ext cx="2834640" cy="1325880"/>
          </a:xfrm>
          <a:prstGeom prst="rect">
            <a:avLst/>
          </a:prstGeom>
          <a:solidFill>
            <a:srgbClr val="16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18288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🔐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SOS dial, crash/fire panels, health monitor, chat trigger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1783080"/>
            <a:ext cx="2834640" cy="1463040"/>
          </a:xfrm>
          <a:prstGeom prst="rect">
            <a:avLst/>
          </a:prstGeom>
          <a:solidFill>
            <a:srgbClr val="16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51960" y="18288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🔐 Chat Canvas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214884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Gemini AI, voice I/O, streaming, 20+ keywords, network-aware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0" y="1783080"/>
            <a:ext cx="2834640" cy="1463040"/>
          </a:xfrm>
          <a:prstGeom prst="rect">
            <a:avLst/>
          </a:prstGeom>
          <a:solidFill>
            <a:srgbClr val="16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60920" y="18288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🔐 Map 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14884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Leaflet.js, routing, traffic colors, 5 service categories, demo mode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5240" y="3776472"/>
            <a:ext cx="2834640" cy="731520"/>
          </a:xfrm>
          <a:prstGeom prst="rect">
            <a:avLst/>
          </a:prstGeom>
          <a:solidFill>
            <a:srgbClr val="16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69280" y="35204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EF4444"/>
                </a:solidFill>
                <a:latin typeface="Calibri"/>
              </a:defRPr>
            </a:pPr>
            <a:r>
              <a:t>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931920"/>
            <a:ext cx="10698480" cy="1463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4023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  <a:latin typeface="Calibri"/>
              </a:defRPr>
            </a:pPr>
            <a:r>
              <a:rPr dirty="0"/>
              <a:t>⚙️  Backend (Node.js + Express)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" y="4590288"/>
            <a:ext cx="3200400" cy="667512"/>
          </a:xfrm>
          <a:prstGeom prst="rect">
            <a:avLst/>
          </a:prstGeom>
          <a:solidFill>
            <a:srgbClr val="16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43000" y="45537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dirty="0"/>
              <a:t>🏥 Auth Service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800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rPr dirty="0"/>
              <a:t>JWT, </a:t>
            </a:r>
            <a:r>
              <a:rPr dirty="0" err="1"/>
              <a:t>bcrypt</a:t>
            </a:r>
            <a:r>
              <a:rPr dirty="0"/>
              <a:t>, OTP, register, login, password reset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0" y="4526280"/>
            <a:ext cx="3200400" cy="731520"/>
          </a:xfrm>
          <a:prstGeom prst="rect">
            <a:avLst/>
          </a:prstGeom>
          <a:solidFill>
            <a:srgbClr val="16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709160" y="45537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📡 API Routes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4800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REST endpoints: auth, admin, health, profile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60" y="4526280"/>
            <a:ext cx="3200400" cy="731520"/>
          </a:xfrm>
          <a:prstGeom prst="rect">
            <a:avLst/>
          </a:prstGeom>
          <a:solidFill>
            <a:srgbClr val="16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75320" y="45537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🔔 Email/SMS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4800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Resend (email), Twilio (SMS) for OTPs &amp; alerts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0" y="54406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10B981"/>
                </a:solidFill>
                <a:latin typeface="Calibri"/>
              </a:defRPr>
            </a:pPr>
            <a:r>
              <a:t>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5852160"/>
            <a:ext cx="10698480" cy="640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05840" y="5897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🗄️  MongoDB (Mongoose)  |  🌐 Deployment: Vercel (Frontend + Serverless API)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5897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📦 Env Vars: MONGODB_URI, JWT_SECRET, ADMIN_SECRET, FRONTEND_URL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📦  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5303520" cy="5029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3716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F4444"/>
                </a:solidFill>
                <a:latin typeface="Calibri"/>
              </a:defRPr>
            </a:pPr>
            <a:r>
              <a:t>🎨  Frontend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920240"/>
            <a:ext cx="54864" cy="4114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192024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React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920240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UI library with hooks &amp; concurrent features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2487168"/>
            <a:ext cx="54864" cy="4114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88720" y="2487168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TypeScript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48716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Type-safe JavaScript with strict mode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3054096"/>
            <a:ext cx="54864" cy="4114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88720" y="3054096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Vite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054096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Fast build tool &amp; dev server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3621024"/>
            <a:ext cx="54864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88720" y="3621024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Leaflet.js 1.9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621024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Interactive maps with routing &amp; traffic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" y="4187952"/>
            <a:ext cx="54864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88720" y="4187952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Gemini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4187952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Google Generative AI for chat responses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" y="4754880"/>
            <a:ext cx="54864" cy="4114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88720" y="475488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Web Speech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754880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SpeechRecognition + SpeechSynthesis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5321808"/>
            <a:ext cx="54864" cy="4114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188720" y="5321808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Device APIs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532180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Accelerometer, Geolocation, Battery, Vibrate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1188720"/>
            <a:ext cx="5029200" cy="5029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675120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B82F6"/>
                </a:solidFill>
                <a:latin typeface="Calibri"/>
              </a:defRPr>
            </a:pPr>
            <a:r>
              <a:t>⚙️  Backend &amp; Infrastructure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0" y="1920240"/>
            <a:ext cx="54864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858000" y="192024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Node.js 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19202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JavaScript runtime (server-side)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0" y="2487168"/>
            <a:ext cx="54864" cy="4114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858000" y="2487168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Express 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Web framework with middleware &amp; routing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5120" y="3054096"/>
            <a:ext cx="54864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58000" y="3054096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MongoDB + Mongoose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30540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NoSQL database with ODM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75120" y="3621024"/>
            <a:ext cx="54864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858000" y="3621024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JWT + bcrypt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3621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Authentication &amp; password hashing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0" y="4187952"/>
            <a:ext cx="54864" cy="4114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858000" y="4187952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Resend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0" y="41879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Email delivery for OTPs &amp; password reset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75120" y="4754880"/>
            <a:ext cx="54864" cy="4114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858000" y="475488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Twilio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0" y="47548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SMS delivery for phone verification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675120" y="5321808"/>
            <a:ext cx="54864" cy="4114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858000" y="5321808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Vercel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0" y="53218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Deployment (frontend + serverless API)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🎯  How It Works &amp; Highlights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5669280" cy="5029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F4444"/>
                </a:solidFill>
                <a:latin typeface="Calibri"/>
              </a:defRPr>
            </a:pPr>
            <a:r>
              <a:t>📋  User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1938528"/>
            <a:ext cx="320040" cy="3200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193852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920240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Register via Email or Phone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12140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Sign up with email OR phone (Facebook-style toggle). 23-country code selector.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2596896"/>
            <a:ext cx="320040" cy="3200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2596896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578608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Dashboard Home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77977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SOS radial dial, crash/fire monitoring, hardware health, quick chips.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" y="3255264"/>
            <a:ext cx="320040" cy="3200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51560" y="3255264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236976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Emergency? Tap SOS or Auto-Detect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43814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Crash detected → 10s countdown → dispatch. Or tap SOS manually.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3913632"/>
            <a:ext cx="320040" cy="3200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51560" y="391363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895344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Emergency Dispatch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09651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Trauma Center, Police &amp; Ambulance notified with GPS location.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1560" y="4572000"/>
            <a:ext cx="320040" cy="3200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51560" y="457200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4553712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AI Chat Assistant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4754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Ask Raksha for help, get directions, check fire risk, or call services.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51560" y="5230368"/>
            <a:ext cx="320040" cy="3200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51560" y="523036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212080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Map View &amp; Routing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08760" y="54132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Find nearest Trauma/Police/Towing/Puncture/Ambulance on interactive map.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5120" y="1188720"/>
            <a:ext cx="4754880" cy="5029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949440" y="13716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  <a:latin typeface="Calibri"/>
              </a:defRPr>
            </a:pPr>
            <a:r>
              <a:t>🏆  Key Highlights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40" y="1920240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132320" y="1920240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📳 Co-Trigger Crash Detection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212140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9CA3AF"/>
                </a:solidFill>
                <a:latin typeface="Calibri"/>
              </a:defRPr>
            </a:pPr>
            <a:r>
              <a:t>Impact (3× in 5s) + Loud Sound (within 2s) = Crash confirmed. Prevents false triggers from shaking.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49440" y="2542032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132320" y="2542032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🔥 Real Fire Detection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32320" y="27432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9CA3AF"/>
                </a:solidFill>
                <a:latin typeface="Calibri"/>
              </a:defRPr>
            </a:pPr>
            <a:r>
              <a:t>Uses real device conditions: battery charging, memory pressure, CPU load. No fake sensors.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49440" y="3163824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132320" y="3163824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🛡️ Hardware Health + Auto-Call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0" y="336499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9CA3AF"/>
                </a:solidFill>
                <a:latin typeface="Calibri"/>
              </a:defRPr>
            </a:pPr>
            <a:r>
              <a:t>Monitors CPU/Battery/Sensors. Critical → 15s owner call → auto-dispatch if unanswered.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49440" y="3785616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132320" y="3785616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🗺️ Google-Style Map Routing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2320" y="398678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9CA3AF"/>
                </a:solidFill>
                <a:latin typeface="Calibri"/>
              </a:defRPr>
            </a:pPr>
            <a:r>
              <a:t>Traffic-colored route segments (green/yellow/red), route drawing animation, ETA display.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49440" y="4407408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132320" y="4407408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💬 Gemini AI + Offline Fallback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32320" y="460857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9CA3AF"/>
                </a:solidFill>
                <a:latin typeface="Calibri"/>
              </a:defRPr>
            </a:pPr>
            <a:r>
              <a:t>Streaming AI responses with Gemini 2.0 Flash. 20+ smart fallback keywords offline.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949440" y="5029200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132320" y="5029200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🔐 Full Auth Flow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32320" y="523036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9CA3AF"/>
                </a:solidFill>
                <a:latin typeface="Calibri"/>
              </a:defRPr>
            </a:pPr>
            <a:r>
              <a:t>Email or Phone registration, OTP verify, password strength meter, forgot/reset, JWT auth.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49440" y="5650992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132320" y="5650992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🌐 Zero Config Deployment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0" y="58521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9CA3AF"/>
                </a:solidFill>
                <a:latin typeface="Calibri"/>
              </a:defRPr>
            </a:pPr>
            <a:r>
              <a:t>Vercel deploys both frontend + serverless API. MongoDB Atlas for database.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0" y="1645920"/>
            <a:ext cx="8534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256032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0">
                <a:solidFill>
                  <a:srgbClr val="FFFFFF"/>
                </a:solidFill>
                <a:latin typeface="Calibri"/>
              </a:defRPr>
            </a:pPr>
            <a:r>
              <a:t>🛡️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474720"/>
            <a:ext cx="8534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9CA3AF"/>
                </a:solidFill>
                <a:latin typeface="Calibri"/>
              </a:defRPr>
            </a:pPr>
            <a:r>
              <a:t>Raksha — Keeping You Safe on Every Journey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4206240"/>
            <a:ext cx="3047695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28800" y="4480560"/>
            <a:ext cx="8534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CA3AF"/>
                </a:solidFill>
                <a:latin typeface="Calibri"/>
              </a:defRPr>
            </a:pPr>
            <a:r>
              <a:t>RoadSOS: AI-Powered Emergency Response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029200"/>
            <a:ext cx="8534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A3AF"/>
                </a:solidFill>
                <a:latin typeface="Calibri"/>
              </a:defRPr>
            </a:pPr>
            <a:r>
              <a:t>React 19  ·  TypeScript 6  ·  Vite 8  ·  Node.js  ·  MongoDB  ·  Gemini AI  ·  Vercel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5394960"/>
            <a:ext cx="8534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  <a:latin typeface="Calibri"/>
              </a:defRPr>
            </a:pPr>
            <a:r>
              <a:t>© 2026 Hackathon Submission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891</Words>
  <Application>Microsoft Office PowerPoint</Application>
  <PresentationFormat>Widescreen</PresentationFormat>
  <Paragraphs>133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karthik reguri</cp:lastModifiedBy>
  <cp:revision>3</cp:revision>
  <dcterms:created xsi:type="dcterms:W3CDTF">2013-01-27T09:14:16Z</dcterms:created>
  <dcterms:modified xsi:type="dcterms:W3CDTF">2026-05-31T10:24:19Z</dcterms:modified>
  <cp:category/>
</cp:coreProperties>
</file>
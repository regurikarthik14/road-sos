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9FAFB"/>
                </a:solidFill>
                <a:latin typeface="Calibri"/>
              </a:defRPr>
            </a:pPr>
            <a:r>
              <a:t>WELCOME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CA3AF"/>
                </a:solidFill>
                <a:latin typeface="Calibri"/>
              </a:defRPr>
            </a:pPr>
            <a:r>
              <a:t>ROADSoS — Emergency Roadside Assistance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00400"/>
            <a:ext cx="2133295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9FAFB"/>
                </a:solidFill>
                <a:latin typeface="Calibri"/>
              </a:defRPr>
            </a:pPr>
            <a:r>
              <a:t>ABOUT ROADSoS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82880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  <a:latin typeface="Calibri"/>
              </a:defRPr>
            </a:pPr>
            <a:r>
              <a:t>ROADSoS is a modern, real-time emergency roadside assistance web application built with React 19 and TypeScript. It provides instant access to nearby trauma centers, police stations, towing services, and puncture repair shops — all rendered on an interactive dark-themed map powered by Leaflet.</a:t>
            </a:r>
            <a:br/>
            <a:br/>
            <a:r>
              <a:t>The app features live geolocation tracking, an SOS emergency dispatch system with countdown, crash detection via device sensors, and an AI-powered chat assistant for hands-free interaction.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554480"/>
            <a:ext cx="36576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645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FAFB"/>
                </a:solidFill>
                <a:latin typeface="Calibri"/>
              </a:defRPr>
            </a:pPr>
            <a:r>
              <a:t>🚨 Emergency SOS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103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One-tap dispatch with countdown, flashing alert, and haptic vibration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2834640"/>
            <a:ext cx="36576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2926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FAFB"/>
                </a:solidFill>
                <a:latin typeface="Calibri"/>
              </a:defRPr>
            </a:pPr>
            <a:r>
              <a:t>📡 Crash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3383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Sensor-fusion using accelerometer + microphone with co-trigger logic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4114800"/>
            <a:ext cx="36576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4206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FAFB"/>
                </a:solidFill>
                <a:latin typeface="Calibri"/>
              </a:defRPr>
            </a:pPr>
            <a:r>
              <a:t>🗺️ Interactive 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4663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Real-time GPS tracking with categorized service locations and routes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9FAFB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82880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30352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FAFB"/>
                </a:solidFill>
                <a:latin typeface="Calibri"/>
              </a:defRPr>
            </a:pPr>
            <a:r>
              <a:t>🚨  SOS Emergency Dispatch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One-tap emergency trigger with 10-second countdown, flashing screen, audio alarm, and haptic Morse vibration pattern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554480"/>
            <a:ext cx="530352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FAFB"/>
                </a:solidFill>
                <a:latin typeface="Calibri"/>
              </a:defRPr>
            </a:pPr>
            <a:r>
              <a:t>📳  Crash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2402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Dual-sensor fusion — accelerometer (&gt;20 m/s² impact) + microphone (&gt;150 loud noise) with 2-second co-trigger window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91839"/>
            <a:ext cx="530352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47471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FAFB"/>
                </a:solidFill>
                <a:latin typeface="Calibri"/>
              </a:defRPr>
            </a:pPr>
            <a:r>
              <a:t>🗺️  Interactive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977639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Dark-themed Leaflet map with real-time GPS, categorized markers, directions via OSRM routing, and auto-follow mode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291839"/>
            <a:ext cx="530352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47471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FAFB"/>
                </a:solidFill>
                <a:latin typeface="Calibri"/>
              </a:defRPr>
            </a:pPr>
            <a:r>
              <a:t>💬  AI Chat Assistant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977639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Voice-enabled assistant with keyword recognition for trauma, police, towing, puncture — with cloud/edge network awareness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029200"/>
            <a:ext cx="530352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212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FAFB"/>
                </a:solidFill>
                <a:latin typeface="Calibri"/>
              </a:defRPr>
            </a:pPr>
            <a:r>
              <a:t>🏥  Medical ID Card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7150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Collapsible paramedic quick-read card showing blood type, emergency contact, allergies, and medications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5029200"/>
            <a:ext cx="530352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5212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FAFB"/>
                </a:solidFill>
                <a:latin typeface="Calibri"/>
              </a:defRPr>
            </a:pPr>
            <a:r>
              <a:t>📱  Responsive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7150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3 breakpoints (mobile/tablet/desktop) with progressive scaling, touch optimization, and safe-area inset support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9FAFB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82880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338328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9FAFB"/>
                </a:solidFill>
                <a:latin typeface="Calibri"/>
              </a:defRPr>
            </a:pPr>
            <a:r>
              <a:t>⚛️  React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UI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Hooks, refs, and memoization for reactive components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554480"/>
            <a:ext cx="338328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17373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9FAFB"/>
                </a:solidFill>
                <a:latin typeface="Calibri"/>
              </a:defRPr>
            </a:pPr>
            <a:r>
              <a:t>📘  TypeScript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3317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Type Safety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7889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End-to-end type safety across all components and hooks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554480"/>
            <a:ext cx="338328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7373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9FAFB"/>
                </a:solidFill>
                <a:latin typeface="Calibri"/>
              </a:defRPr>
            </a:pPr>
            <a:r>
              <a:t>⚡  Vite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3317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Build 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7889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Lightning-fast dev server and optimized production builds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023360"/>
            <a:ext cx="338328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2062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9FAFB"/>
                </a:solidFill>
                <a:latin typeface="Calibri"/>
              </a:defRPr>
            </a:pPr>
            <a:r>
              <a:t>🗺️  Leaflet 1.9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800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Mapping Library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25780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Interactive maps with custom markers, popups, and routing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59" y="4023360"/>
            <a:ext cx="338328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79" y="42062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9FAFB"/>
                </a:solidFill>
                <a:latin typeface="Calibri"/>
              </a:defRPr>
            </a:pPr>
            <a:r>
              <a:t>🎨  CSS3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4800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Styling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525780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Design tokens, responsive breakpoints, GPU-accelerated animations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4023360"/>
            <a:ext cx="338328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42062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9FAFB"/>
                </a:solidFill>
                <a:latin typeface="Calibri"/>
              </a:defRPr>
            </a:pPr>
            <a:r>
              <a:t>🌐  Web APIs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800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Browser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25780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Geolocation, DeviceMotion, getUserMedia, AudioContext, Vibration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9FAFB"/>
                </a:solidFill>
                <a:latin typeface="Calibri"/>
              </a:defRPr>
            </a:pPr>
            <a:r>
              <a:t>COMPONENT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82880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1463040"/>
            <a:ext cx="3962095" cy="6400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1508760"/>
            <a:ext cx="3962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9FAFB"/>
                </a:solidFill>
                <a:latin typeface="Calibri"/>
              </a:defRPr>
            </a:pPr>
            <a:r>
              <a:t>App.tsx  (View Router + SOS + Crash Detection)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Calibri"/>
              </a:defRPr>
            </a:pPr>
            <a:r>
              <a:t>📦 Shared Hooks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useGeolocation()  |  useCrashDetection()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468880"/>
            <a:ext cx="320040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560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FAFB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0175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Main UI with SOS button,</a:t>
            </a:r>
            <a:br/>
            <a:r>
              <a:t>category chips, medical card,</a:t>
            </a:r>
            <a:br/>
            <a:r>
              <a:t>and crash detection banner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2468880"/>
            <a:ext cx="320040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560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FAFB"/>
                </a:solidFill>
                <a:latin typeface="Calibri"/>
              </a:defRPr>
            </a:pPr>
            <a:r>
              <a:t>FailsafeUI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0175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Emergency countdown,</a:t>
            </a:r>
            <a:br/>
            <a:r>
              <a:t>flashing screen, haptic</a:t>
            </a:r>
            <a:br/>
            <a:r>
              <a:t>vibration, location sharing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2468880"/>
            <a:ext cx="320040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2560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FAFB"/>
                </a:solidFill>
                <a:latin typeface="Calibri"/>
              </a:defRPr>
            </a:pPr>
            <a:r>
              <a:t>ChatCanvas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0175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AI assistant with voice</a:t>
            </a:r>
            <a:br/>
            <a:r>
              <a:t>mode, keyword responses,</a:t>
            </a:r>
            <a:br/>
            <a:r>
              <a:t>network state awareness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480560"/>
            <a:ext cx="256032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572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FAFB"/>
                </a:solidFill>
                <a:latin typeface="Calibri"/>
              </a:defRPr>
            </a:pPr>
            <a:r>
              <a:t>MapView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292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Leaflet map,</a:t>
            </a:r>
            <a:br/>
            <a:r>
              <a:t>markers, routing,</a:t>
            </a:r>
            <a:br/>
            <a:r>
              <a:t>OSRM directions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11880" y="4480560"/>
            <a:ext cx="256032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94760" y="4572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FAFB"/>
                </a:solidFill>
                <a:latin typeface="Calibri"/>
              </a:defRPr>
            </a:pPr>
            <a:r>
              <a:t>BottomNav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50292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3-tab navigation:</a:t>
            </a:r>
            <a:br/>
            <a:r>
              <a:t>Dashboard, Chat,</a:t>
            </a:r>
            <a:br/>
            <a:r>
              <a:t>Emergency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4480560"/>
            <a:ext cx="256032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572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FAFB"/>
                </a:solidFill>
                <a:latin typeface="Calibri"/>
              </a:defRPr>
            </a:pPr>
            <a:r>
              <a:t>MedicalCard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0292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Collapsible paramedic</a:t>
            </a:r>
            <a:br/>
            <a:r>
              <a:t>ID card with blood</a:t>
            </a:r>
            <a:br/>
            <a:r>
              <a:t>type &amp; contacts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72600" y="4480560"/>
            <a:ext cx="256032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4572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FAFB"/>
                </a:solidFill>
                <a:latin typeface="Calibri"/>
              </a:defRPr>
            </a:pPr>
            <a:r>
              <a:t>CrashDetect</a:t>
            </a:r>
            <a:br/>
            <a:r>
              <a:t>Banner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50292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Sensor status:</a:t>
            </a:r>
            <a:br/>
            <a:r>
              <a:t>impact + audio</a:t>
            </a:r>
            <a:br/>
            <a:r>
              <a:t>monitoring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▼  renders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206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▼  contains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B5563"/>
                </a:solidFill>
                <a:latin typeface="Calibri"/>
              </a:defRPr>
            </a:pPr>
            <a:r>
              <a:t>View State:  'dashboard'  ⇄  'chat'  ⇄  'failsafe'    •    BottomNav hidden during emergency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9FAFB"/>
                </a:solidFill>
                <a:latin typeface="Calibri"/>
              </a:defRPr>
            </a:pPr>
            <a:r>
              <a:t>EMERGENCY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82880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54480" y="1463040"/>
            <a:ext cx="640080" cy="6400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9FAFB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554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B556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9FAFB"/>
                </a:solidFill>
                <a:latin typeface="Calibri"/>
              </a:defRPr>
            </a:pPr>
            <a:r>
              <a:t>Tap SOS</a:t>
            </a:r>
            <a:br/>
            <a:r>
              <a:t>or Crash Detected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SOS button triggers haptic Morse vibration</a:t>
            </a:r>
            <a:br/>
            <a:r>
              <a:t>OR sensors detect impact + loud noise</a:t>
            </a:r>
          </a:p>
        </p:txBody>
      </p:sp>
      <p:sp>
        <p:nvSpPr>
          <p:cNvPr id="9" name="Oval 8"/>
          <p:cNvSpPr/>
          <p:nvPr/>
        </p:nvSpPr>
        <p:spPr>
          <a:xfrm>
            <a:off x="3840480" y="1463040"/>
            <a:ext cx="640080" cy="6400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9FAF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554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B556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2860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9FAFB"/>
                </a:solidFill>
                <a:latin typeface="Calibri"/>
              </a:defRPr>
            </a:pPr>
            <a:r>
              <a:t>10s Countdown</a:t>
            </a:r>
            <a:br/>
            <a:r>
              <a:t>(or 3s for crash)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9260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Flashing red/yellow background at 500ms</a:t>
            </a:r>
            <a:br/>
            <a:r>
              <a:t>interval with pulsing countdown number</a:t>
            </a:r>
          </a:p>
        </p:txBody>
      </p:sp>
      <p:sp>
        <p:nvSpPr>
          <p:cNvPr id="13" name="Oval 12"/>
          <p:cNvSpPr/>
          <p:nvPr/>
        </p:nvSpPr>
        <p:spPr>
          <a:xfrm>
            <a:off x="6126480" y="1463040"/>
            <a:ext cx="640080" cy="6400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9FAF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554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B556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2860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9FAFB"/>
                </a:solidFill>
                <a:latin typeface="Calibri"/>
              </a:defRPr>
            </a:pPr>
            <a:r>
              <a:t>Location Shared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9260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Live GPS coordinates with accuracy radius</a:t>
            </a:r>
            <a:br/>
            <a:r>
              <a:t>sent via Google Maps link in medical card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0" y="1463040"/>
            <a:ext cx="640080" cy="6400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9FAF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1554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B556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2860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9FAFB"/>
                </a:solidFill>
                <a:latin typeface="Calibri"/>
              </a:defRPr>
            </a:pPr>
            <a:r>
              <a:t>Paramedic Card</a:t>
            </a:r>
            <a:br/>
            <a:r>
              <a:t>Displayed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29260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Quick-read card shows blood type (O-),</a:t>
            </a:r>
            <a:br/>
            <a:r>
              <a:t>emergency contact, allergies, medications</a:t>
            </a:r>
          </a:p>
        </p:txBody>
      </p:sp>
      <p:sp>
        <p:nvSpPr>
          <p:cNvPr id="21" name="Oval 20"/>
          <p:cNvSpPr/>
          <p:nvPr/>
        </p:nvSpPr>
        <p:spPr>
          <a:xfrm>
            <a:off x="10698480" y="1463040"/>
            <a:ext cx="640080" cy="6400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9FAFB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2860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9FAFB"/>
                </a:solidFill>
                <a:latin typeface="Calibri"/>
              </a:defRPr>
            </a:pPr>
            <a:r>
              <a:t>Dispatch / Cancel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29260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Cancel button aborts the emergency,</a:t>
            </a:r>
            <a:br/>
            <a:r>
              <a:t>otherwise countdown expires to dispatch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114800"/>
            <a:ext cx="338328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206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FAFB"/>
                </a:solidFill>
                <a:latin typeface="Calibri"/>
              </a:defRPr>
            </a:pPr>
            <a:r>
              <a:t>📳 Crash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7548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Dual-sensor fusion</a:t>
            </a:r>
            <a:br/>
            <a:r>
              <a:t>• Accelerometer: &gt;20 m/s² impact</a:t>
            </a:r>
            <a:br/>
            <a:r>
              <a:t>• Microphone: &gt;150 avg frequency</a:t>
            </a:r>
            <a:br/>
            <a:r>
              <a:t>• Co-trigger window: 2 seconds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59" y="4114800"/>
            <a:ext cx="338328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79" y="4206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FAFB"/>
                </a:solidFill>
                <a:latin typeface="Calibri"/>
              </a:defRPr>
            </a:pPr>
            <a:r>
              <a:t>🎵 Audio Alert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79" y="47548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Sawtooth oscillator 880Hz/660Hz</a:t>
            </a:r>
            <a:br/>
            <a:r>
              <a:t>• Loop: every 2 seconds</a:t>
            </a:r>
            <a:br/>
            <a:r>
              <a:t>• Gain: 0.15 fading to 0.001</a:t>
            </a:r>
            <a:br/>
            <a:r>
              <a:t>• Context closed on cancel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4114800"/>
            <a:ext cx="338328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4206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FAFB"/>
                </a:solidFill>
                <a:latin typeface="Calibri"/>
              </a:defRPr>
            </a:pPr>
            <a:r>
              <a:t>⏱️ Timings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7548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Manual SOS countdown: 10s</a:t>
            </a:r>
            <a:br/>
            <a:r>
              <a:t>Crash countdown: 3s</a:t>
            </a:r>
            <a:br/>
            <a:r>
              <a:t>Flash interval: 500ms</a:t>
            </a:r>
            <a:br/>
            <a:r>
              <a:t>SOS Morse: 2.4s loop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9FAFB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CA3AF"/>
                </a:solidFill>
                <a:latin typeface="Calibri"/>
              </a:defRPr>
            </a:pPr>
            <a:r>
              <a:t>ROADSoS — Built with urgency, designed for trust.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00400"/>
            <a:ext cx="2133295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B5563"/>
                </a:solidFill>
                <a:latin typeface="Calibri"/>
              </a:defRPr>
            </a:pPr>
            <a:r>
              <a:t>Made with ❤️ for emergency responders and everyone on the road.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
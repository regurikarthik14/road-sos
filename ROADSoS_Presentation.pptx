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0" y="13716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RoadSOS — Raksha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CA3AF"/>
                </a:solidFill>
                <a:latin typeface="Calibri"/>
              </a:defRPr>
            </a:pPr>
            <a:r>
              <a:t>AI-Powered Emergency Response &amp; Roadside Assistance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931920"/>
            <a:ext cx="3047695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429768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Hackathon Submission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94360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Built with React 19 · TypeScript · Node.js · MongoDB  |  Vercel Deployed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🚨 Problem &amp;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303520" cy="5029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  <a:latin typeface="Calibri"/>
              </a:defRPr>
            </a:pPr>
            <a:r>
              <a:t>⚠️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1.54 million road fatalities worldwide each year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Golden Hour critical — every minute counts after a crash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Victims often unable to call for help after an accident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No automated system to detect crashes &amp; dispatch help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Vehicle fires go undetected, escalating rapidly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Emergency responders lack patient medical info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GPS location not automatically shared with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0B981"/>
                </a:solidFill>
                <a:latin typeface="Calibri"/>
              </a:defRPr>
            </a:pPr>
            <a:r>
              <a:t>✅  Our Solution — Raksha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'Raksha' (रक्षा) means 'protection' in Sanskrit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Real-time crash detection via phone sensors + audio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Auto-SOS with 10-second smart countdown &amp; cancel option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Fire detection using device temperature monitoring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One-tap dispatch to Trauma, Police &amp; Ambulance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AI-powered voice assistant (Gemini integration)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GPS location shared with emergency responders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Medical ID card for paramedic quick-read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🔥 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54864" cy="2103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371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Crash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Accelerometer + microphone co-trigger</a:t>
            </a:r>
            <a:br/>
            <a:r>
              <a:t>3 impacts within 5s + loud sound</a:t>
            </a:r>
            <a:br/>
            <a:r>
              <a:t>Auto-SOS countdown with cancel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118872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26280" y="1325880"/>
            <a:ext cx="54864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Fire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402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Real-time temperature monitoring</a:t>
            </a:r>
            <a:br/>
            <a:r>
              <a:t>Auto-dispatch fire engine + ambulance</a:t>
            </a:r>
            <a:br/>
            <a:r>
              <a:t>Normal / Elevated / Fire Alert states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18872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1325880"/>
            <a:ext cx="54864" cy="21031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49640" y="13716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8745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Hardware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2402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CPU, Battery &amp; Sensor monitoring</a:t>
            </a:r>
            <a:br/>
            <a:r>
              <a:t>Critical → Owner call (15s countdown)</a:t>
            </a:r>
            <a:br/>
            <a:r>
              <a:t>Auto-action if no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4048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977640"/>
            <a:ext cx="54864" cy="21031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023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🗺️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GPS &amp; Map 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920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Real-time Leaflet.js map with routing</a:t>
            </a:r>
            <a:br/>
            <a:r>
              <a:t>Traffic-colored segments (green/yellow/red)</a:t>
            </a:r>
            <a:br/>
            <a:r>
              <a:t>Nearby: Trauma, Police, Towing, Puncture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384048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26280" y="3977640"/>
            <a:ext cx="54864" cy="2103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0" y="4023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 Chat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8920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Gemini 2.0 Flash AI with streaming</a:t>
            </a:r>
            <a:br/>
            <a:r>
              <a:t>Voice input/output (SpeechRecognition)</a:t>
            </a:r>
            <a:br/>
            <a:r>
              <a:t>20+ smart fallback responses offline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840480"/>
            <a:ext cx="347472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321040" y="3977640"/>
            <a:ext cx="54864" cy="2103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40233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262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920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Email OR phone registration (Facebook-style)</a:t>
            </a:r>
            <a:br/>
            <a:r>
              <a:t>23-country code selector for phone</a:t>
            </a:r>
            <a:br/>
            <a:r>
              <a:t>OTP verification + JWT auth + password reset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🏗️ 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698480" cy="228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Calibri"/>
              </a:defRPr>
            </a:pPr>
            <a:r>
              <a:t>📱  Frontend (React 19 + TypeScript)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783080"/>
            <a:ext cx="2834640" cy="14630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SOS dial, crash/fire panels, health monitor, chat 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783080"/>
            <a:ext cx="2834640" cy="14630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6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Chat Canvas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1488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Gemini AI, voice I/O, streaming, 20+ keywords, network-aware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783080"/>
            <a:ext cx="2834640" cy="146304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60920" y="18288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Map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1488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Leaflet.js, routing, traffic colors, 5 service categories, demo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776472"/>
            <a:ext cx="283464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0" y="35204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F4444"/>
                </a:solidFill>
                <a:latin typeface="Calibri"/>
              </a:defRPr>
            </a:pPr>
            <a:r>
              <a:t>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10698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⚙️  Backend (Node.js + Express)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526280"/>
            <a:ext cx="320040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🏥 Auth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JWT, bcrypt, OTP, register, login, password reset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4526280"/>
            <a:ext cx="320040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0916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📡 API Routes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REST endpoints: auth, admin, health, profile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4526280"/>
            <a:ext cx="3200400" cy="731520"/>
          </a:xfrm>
          <a:prstGeom prst="rect">
            <a:avLst/>
          </a:prstGeom>
          <a:solidFill>
            <a:srgbClr val="16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75320" y="45537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🔔 Email/SMS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800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Resend (email), Twilio (SMS) for OTPs &amp;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4406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10B981"/>
                </a:solidFill>
                <a:latin typeface="Calibri"/>
              </a:defRPr>
            </a:pPr>
            <a:r>
              <a:t>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5897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🗄️  MongoDB (Mongoose)  |  🌐 Deployment: Vercel (Frontend + Serverless API)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897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📦 Env Vars: MONGODB_URI, JWT_SECRET, ADMIN_SECRET, FRONTEND_URL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📦  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30352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🎨  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40"/>
            <a:ext cx="54864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9202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React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92024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UI library with hooks &amp; concurrent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487168"/>
            <a:ext cx="54864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24871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TypeScript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4871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Type-safe JavaScript with strict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054096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30540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Vite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5409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 build tool &amp; dev server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621024"/>
            <a:ext cx="54864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36210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Leaflet.js 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62102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Interactive maps with routing &amp; traffic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4187952"/>
            <a:ext cx="54864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887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Gemini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18795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Google Generative AI for chat responses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754880"/>
            <a:ext cx="54864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88720" y="47548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Web Speech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75488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SpeechRecognition + SpeechSynthesis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321808"/>
            <a:ext cx="54864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88720" y="53218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Device APIs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3218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Accelerometer, Geolocation, Battery, Vibrate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751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⚙️  Backend &amp; Infrastructure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1920240"/>
            <a:ext cx="54864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0" y="19202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Node.js 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JavaScript runtime (server-side)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2487168"/>
            <a:ext cx="54864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0" y="24871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Express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Web framework with middleware &amp; routing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054096"/>
            <a:ext cx="54864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0" y="30540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MongoDB + Mongoose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0540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NoSQL database with ODM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20" y="3621024"/>
            <a:ext cx="54864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0" y="36210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JWT + bcrypt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621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Authentication &amp; password hashing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4187952"/>
            <a:ext cx="54864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85800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Resend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41879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Email delivery for OTPs &amp; password reset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4754880"/>
            <a:ext cx="54864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58000" y="47548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Twilio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7548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SMS delivery for phone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5321808"/>
            <a:ext cx="54864" cy="411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0" y="53218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Vercel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3218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Deployment (frontend + serverless API)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🎯  How It Works &amp;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66928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📋  User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938528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2024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Register via Email or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1214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Sign up with email OR phone (Facebook-style toggle). 23-country code selector.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2596896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59689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7860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Dashboard 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7797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SOS radial dial, crash/fire monitoring, hardware health, quick chips.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255264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325526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236976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Emergency? Tap SOS or Auto-Detect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381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Crash detected → 10s countdown → dispatch. Or tap SOS manually.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913632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913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895344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Emergency Dispatch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0965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Trauma Center, Police &amp; Ambulance notified with GPS location.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4572000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45720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55371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 Chat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Ask Raksha for help, get directions, check fire risk, or call services.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" y="5230368"/>
            <a:ext cx="320040" cy="3200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23036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21208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 View &amp; 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5413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Find nearest Trauma/Police/Towing/Puncture/Ambulance on interactive map.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1188720"/>
            <a:ext cx="4754880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🏆  Key Highlights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92024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0" y="192024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📳 Co-Trigger Crash Detection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21214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Impact (3× in 5s) + Loud Sound (within 2s) = Crash confirmed. Prevents false triggers from shaking.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2542032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32320" y="254203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🔥 Real Fire Detection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Uses real device conditions: battery charging, memory pressure, CPU load. No fake sensors.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163824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32320" y="3163824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🛡️ Hardware Health + Auto-Call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33649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Monitors CPU/Battery/Sensors. Critical → 15s owner call → auto-dispatch if unanswered.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785616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132320" y="3785616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🗺️ Google-Style Map Routing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39867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Traffic-colored route segments (green/yellow/red), route drawing animation, ETA display.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440740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32320" y="4407408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💬 Gemini AI + Offline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6085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Streaming AI responses with Gemini 2.0 Flash. 20+ smart fallback keywords offline.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49440" y="502920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132320" y="502920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🔐 Full Auth Flow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523036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Email or Phone registration, OTP verify, password strength meter, forgot/reset, JWT auth.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9440" y="5650992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32320" y="565099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🌐 Zero Config Deployment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5852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9CA3AF"/>
                </a:solidFill>
                <a:latin typeface="Calibri"/>
              </a:defRPr>
            </a:pPr>
            <a:r>
              <a:t>Vercel deploys both frontend + serverless API. MongoDB Atlas for database.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25603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474720"/>
            <a:ext cx="8534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CA3AF"/>
                </a:solidFill>
                <a:latin typeface="Calibri"/>
              </a:defRPr>
            </a:pPr>
            <a:r>
              <a:t>Raksha — Keeping You Safe on Every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206240"/>
            <a:ext cx="3047695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448056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RoadSOS: AI-Powered Emergency Response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React 19  ·  TypeScript 6  ·  Vite 8  ·  Node.js  ·  MongoDB  ·  Gemini AI  · 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39496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Calibri"/>
              </a:defRPr>
            </a:pPr>
            <a:r>
              <a:t>© 2026 Hackathon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891</Words>
  <Application>Microsoft Office PowerPoint</Application>
  <PresentationFormat>Widescreen</PresentationFormat>
  <Paragraphs>133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karthik reguri</cp:lastModifiedBy>
  <cp:revision>2</cp:revision>
  <dcterms:created xsi:type="dcterms:W3CDTF">2013-01-27T09:14:16Z</dcterms:created>
  <dcterms:modified xsi:type="dcterms:W3CDTF">2026-05-31T09:44:19Z</dcterms:modified>
  <cp:category/>
</cp:coreProperties>
</file>
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743200" cy="2743200"/>
          </a:xfrm>
          <a:prstGeom prst="ellipse">
            <a:avLst/>
          </a:prstGeom>
          <a:solidFill>
            <a:srgbClr val="15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3657600"/>
            <a:ext cx="2560320" cy="2560320"/>
          </a:xfrm>
          <a:prstGeom prst="ellipse">
            <a:avLst/>
          </a:prstGeom>
          <a:solidFill>
            <a:srgbClr val="12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4960" y="1188720"/>
            <a:ext cx="1463040" cy="1463040"/>
          </a:xfrm>
          <a:prstGeom prst="ellipse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32120" y="1325880"/>
            <a:ext cx="1188720" cy="1188720"/>
          </a:xfrm>
          <a:prstGeom prst="ellipse">
            <a:avLst/>
          </a:prstGeom>
          <a:solidFill>
            <a:srgbClr val="2D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371600"/>
            <a:ext cx="2011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56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377440"/>
            <a:ext cx="12191695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>
                <a:solidFill>
                  <a:srgbClr val="FFFFFF"/>
                </a:solidFill>
                <a:latin typeface="Segoe UI"/>
              </a:defRPr>
            </a:pPr>
            <a:r>
              <a:t>RoadSOS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AI-Powered Emergency Response &amp; Roadside Assistance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749039"/>
            <a:ext cx="3413455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Real-time Crash Detection  ·  GPS Emergency Dispatch  ·  AI Chat Assistant  ·  Fire Alert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5207" y="5486400"/>
            <a:ext cx="1554480" cy="109728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207" y="5577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3F4F6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207" y="5897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12567" y="5486400"/>
            <a:ext cx="1554480" cy="109728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2567" y="5577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3F4F6"/>
                </a:solidFill>
                <a:latin typeface="Segoe UI"/>
              </a:defRPr>
            </a:pPr>
            <a:r>
              <a:t>TypeScript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567" y="5897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9927" y="5486400"/>
            <a:ext cx="1554480" cy="109728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9927" y="5577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3F4F6"/>
                </a:solidFill>
                <a:latin typeface="Segoe UI"/>
              </a:defRPr>
            </a:pPr>
            <a:r>
              <a:t>Gemini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9927" y="5897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Intelligence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5486400"/>
            <a:ext cx="1554480" cy="109728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7287" y="5577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3F4F6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5897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4647" y="5486400"/>
            <a:ext cx="1554480" cy="109728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4647" y="5577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3F4F6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647" y="5897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2007" y="5486400"/>
            <a:ext cx="1554480" cy="109728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62007" y="5577840"/>
            <a:ext cx="15544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3F4F6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2007" y="5897880"/>
            <a:ext cx="1554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Deployed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5486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1.54 Million Lives Are Lost Every Year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03520" cy="4754880"/>
          </a:xfrm>
          <a:prstGeom prst="roundRect">
            <a:avLst>
              <a:gd name="adj" fmla="val 1400"/>
            </a:avLst>
          </a:prstGeom>
          <a:solidFill>
            <a:srgbClr val="0F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3035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176272"/>
            <a:ext cx="36576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0312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DBABA"/>
                </a:solidFill>
                <a:latin typeface="Segoe UI"/>
              </a:defRPr>
            </a:pPr>
            <a:r>
              <a:t>Every 24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0428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someone dies in a road crash worldwide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816352"/>
            <a:ext cx="36576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DBABA"/>
                </a:solidFill>
                <a:latin typeface="Segoe UI"/>
              </a:defRPr>
            </a:pPr>
            <a:r>
              <a:t>Golden Hour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4436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survival drops 7% each minute without care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456432"/>
            <a:ext cx="36576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38328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DBABA"/>
                </a:solidFill>
                <a:latin typeface="Segoe UI"/>
              </a:defRPr>
            </a:pPr>
            <a:r>
              <a:t>No auto-notification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8444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victims cannot call for help after severe accidents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4096512"/>
            <a:ext cx="36576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2336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DBABA"/>
                </a:solidFill>
                <a:latin typeface="Segoe UI"/>
              </a:defRPr>
            </a:pPr>
            <a:r>
              <a:t>No GPS shared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2452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responders waste critical time searching for 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736592"/>
            <a:ext cx="36576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66344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DBABA"/>
                </a:solidFill>
                <a:latin typeface="Segoe UI"/>
              </a:defRPr>
            </a:pPr>
            <a:r>
              <a:t>Fire 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6460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vehicle fires go undetected until too 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5376672"/>
            <a:ext cx="36576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303520"/>
            <a:ext cx="20116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DBABA"/>
                </a:solidFill>
                <a:latin typeface="Segoe UI"/>
              </a:defRPr>
            </a:pPr>
            <a:r>
              <a:t>No medical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04688"/>
            <a:ext cx="4114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paramedics lack blood type, allergies, contacts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3291840"/>
            <a:ext cx="731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64748B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1400"/>
            </a:avLst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371600"/>
            <a:ext cx="53035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OUR SOLUTION — RAKSHA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176272"/>
            <a:ext cx="36576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2103120"/>
            <a:ext cx="4206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Real-time Crash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304288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Accelerometer + microphone co-trigger in &lt;2s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2816352"/>
            <a:ext cx="36576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743200"/>
            <a:ext cx="4206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Auto GPS Dispatch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944368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Location shared instantly with emergency services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3456432"/>
            <a:ext cx="36576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3383280"/>
            <a:ext cx="4206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Fire Detection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584448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Battery/CPU/memory monitoring triggers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4096512"/>
            <a:ext cx="36576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4023360"/>
            <a:ext cx="4206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Assistant (Gemini)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224528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Voice-enabled chat with 20+ smart fallback responses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4736592"/>
            <a:ext cx="36576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663440"/>
            <a:ext cx="4206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Medical ID Card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864608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Blood type, allergies, contact for paramedics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5376672"/>
            <a:ext cx="36576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5303520"/>
            <a:ext cx="4206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One-Tap SOS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504688"/>
            <a:ext cx="4206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10s smart countdown with cancel 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Every Second Counts — Here's How Raksha Saves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1280160"/>
            <a:ext cx="3474720" cy="2423160"/>
          </a:xfrm>
          <a:prstGeom prst="roundRect">
            <a:avLst>
              <a:gd name="adj" fmla="val 1000"/>
            </a:avLst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327" y="128016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047" y="15087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150876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05740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Crash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23317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Sensor-fusion co-trigger: Impact (3 spikes in 5s) + Loud Sound (within 2s) = Confirmed crash. Auto-SOS with cancel option prevents false triggers.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487" y="1280160"/>
            <a:ext cx="3474720" cy="2423160"/>
          </a:xfrm>
          <a:prstGeom prst="roundRect">
            <a:avLst>
              <a:gd name="adj" fmla="val 1000"/>
            </a:avLst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1367" y="128016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87087" y="15087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087" y="150876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205740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Fire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087" y="23317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Real device monitoring: Battery temp fluctuation, CPU load spikes, Memory pressure. Auto dispatch fire engine + ambulance on alert.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527" y="1280160"/>
            <a:ext cx="3474720" cy="2423160"/>
          </a:xfrm>
          <a:prstGeom prst="roundRect">
            <a:avLst>
              <a:gd name="adj" fmla="val 1000"/>
            </a:avLst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90407" y="1280160"/>
            <a:ext cx="310896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36127" y="1508760"/>
            <a:ext cx="411480" cy="4114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150876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205740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Hardware 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6127" y="233172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Tracks CPU usage, Battery temperature &amp; level, Sensor status. Critical state triggers 15s auto-call to owner then dispatch if unanswered.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447" y="3931920"/>
            <a:ext cx="3474720" cy="2423160"/>
          </a:xfrm>
          <a:prstGeom prst="roundRect">
            <a:avLst>
              <a:gd name="adj" fmla="val 1000"/>
            </a:avLst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2327" y="3931920"/>
            <a:ext cx="31089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8047" y="416052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047" y="416052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🗺️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047" y="4709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GPS &amp; Map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047" y="498348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Interactive Leaflet.js map with OSRM routing. Traffic-colored segments (green/yellow/red), route animation, ETA display. 5 service categories.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8487" y="3931920"/>
            <a:ext cx="3474720" cy="2423160"/>
          </a:xfrm>
          <a:prstGeom prst="roundRect">
            <a:avLst>
              <a:gd name="adj" fmla="val 1000"/>
            </a:avLst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41367" y="3931920"/>
            <a:ext cx="310896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87087" y="41605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7087" y="416052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7087" y="4709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 Chat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7087" y="498348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Gemini 2.0 Flash AI with streaming responses. Voice input/output via Web Speech API. 20+ smart keyword fallbacks when offline.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7527" y="3931920"/>
            <a:ext cx="3474720" cy="2423160"/>
          </a:xfrm>
          <a:prstGeom prst="roundRect">
            <a:avLst>
              <a:gd name="adj" fmla="val 1000"/>
            </a:avLst>
          </a:prstGeom>
          <a:solidFill>
            <a:srgbClr val="1A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90407" y="3931920"/>
            <a:ext cx="310896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36127" y="4160520"/>
            <a:ext cx="411480" cy="411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6127" y="4160520"/>
            <a:ext cx="4114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6127" y="4709160"/>
            <a:ext cx="3017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Auth &amp; 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6127" y="4983480"/>
            <a:ext cx="30175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Register with Email OR Phone (Facebook-style). 23-country code selector. OTP verification, password strength meter, forgot/reset flow, JWT auth.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End-to-End Architecture — Frontend to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11535" cy="68580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628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F3F4F6"/>
                </a:solidFill>
                <a:latin typeface="Segoe UI"/>
              </a:defRPr>
            </a:pPr>
            <a:r>
              <a:t>USER DEVICE — Browser (Chrome, Safari, Edge)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3628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Web APIs: Geolocation . DeviceMotion . AudioContext . SpeechRecognition . Vibration . Battery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96596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EF4444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10911535" cy="128016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86000"/>
            <a:ext cx="1091153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103628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REACT 19 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767" y="27432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495" y="27889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95" y="29992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SOS dial, crash panels,</a:t>
            </a:r>
            <a:br/>
            <a:r>
              <a:t>failsafe trigger, quick chips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35527" y="27432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5255" y="27889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Failsafe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5255" y="29992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10s countdown, flashing</a:t>
            </a:r>
            <a:br/>
            <a:r>
              <a:t>background, haptic SOS Morse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27432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7015" y="27889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Chat Canvas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7015" y="29992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Gemini AI, voice I/O,</a:t>
            </a:r>
            <a:br/>
            <a:r>
              <a:t>streaming, 20+ fallbacks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39047" y="27432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8775" y="27889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Map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8775" y="29992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Leaflet, OSRM routing,</a:t>
            </a:r>
            <a:br/>
            <a:r>
              <a:t>traffic colors, 5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56616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EF4444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86200"/>
            <a:ext cx="10911535" cy="128016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886200"/>
            <a:ext cx="10911535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59352"/>
            <a:ext cx="103628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NODE.JS / EXPRESS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3767" y="43434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495" y="43891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Auth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495" y="45994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JWT . bcrypt . OTP</a:t>
            </a:r>
            <a:br/>
            <a:r>
              <a:t>Register, Login, Reset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35527" y="43434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45255" y="43891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45255" y="45994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REST endpoints:</a:t>
            </a:r>
            <a:br/>
            <a:r>
              <a:t>auth, admin, health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7287" y="43434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7015" y="43891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Email / SMS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7015" y="45994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Resend (email)</a:t>
            </a:r>
            <a:br/>
            <a:r>
              <a:t>Twilio (SMS OTPs)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39047" y="4343400"/>
            <a:ext cx="2468880" cy="68580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8775" y="4389120"/>
            <a:ext cx="224942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Middleware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8775" y="4599432"/>
            <a:ext cx="22494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Auth guard . Admin</a:t>
            </a:r>
            <a:br/>
            <a:r>
              <a:t>CORS . Rate limiting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16636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EF4444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486400"/>
            <a:ext cx="10911535" cy="594360"/>
          </a:xfrm>
          <a:prstGeom prst="roundRect">
            <a:avLst>
              <a:gd name="adj" fmla="val 800"/>
            </a:avLst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486400"/>
            <a:ext cx="1091153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4400" y="5577840"/>
            <a:ext cx="4114800" cy="36576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596128"/>
            <a:ext cx="384048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MONGODB ATLAS  +  MONGOSSE ODM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8095" y="5577840"/>
            <a:ext cx="5029200" cy="365760"/>
          </a:xfrm>
          <a:prstGeom prst="roundRect">
            <a:avLst>
              <a:gd name="adj" fmla="val 6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9535" y="5596128"/>
            <a:ext cx="484632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2DD4BF"/>
                </a:solidFill>
                <a:latin typeface="Segoe UI"/>
              </a:defRPr>
            </a:pPr>
            <a:r>
              <a:t>VERCEL DEPLOYMENT — Frontend + Serverless API on Single 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Modern Web Stack — Production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12080" cy="5120640"/>
          </a:xfrm>
          <a:prstGeom prst="roundRect">
            <a:avLst>
              <a:gd name="adj" fmla="val 1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212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3B82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084832"/>
            <a:ext cx="36576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942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UI library with hooks &amp; concurrent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633472"/>
            <a:ext cx="36576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TypeScript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9806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Type-safe JavaScript with strict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182112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1089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Vite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4670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Fast build tool &amp; HMR dev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3730752"/>
            <a:ext cx="36576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576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Leaflet.js 1.9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9534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Interactive maps + OSRM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279392"/>
            <a:ext cx="36576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0624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Gemini AI 2.0 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4398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Google Generative AI for chat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828032"/>
            <a:ext cx="36576" cy="3474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548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Web Speech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9262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SpeechRecognition + SpeechSynthesis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5376672"/>
            <a:ext cx="36576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3035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Device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4126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Accelerometer, Geolocation, Battery, Vibration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280160"/>
            <a:ext cx="5212080" cy="5120640"/>
          </a:xfrm>
          <a:prstGeom prst="roundRect">
            <a:avLst>
              <a:gd name="adj" fmla="val 1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280160"/>
            <a:ext cx="5212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463040"/>
            <a:ext cx="4663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BACKEND &amp; INFRASTRUCTURE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2084832"/>
            <a:ext cx="36576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20116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Node.js 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24942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JavaScript runtime with ESM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633472"/>
            <a:ext cx="36576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5603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Express 4.21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79806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Web framework with middleware &amp; routing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3182112"/>
            <a:ext cx="36576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310896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MongoDB 8 + Mongoose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34670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NoSQL database with schema ODM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730752"/>
            <a:ext cx="36576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365760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JWT Authentication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389534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Token-based auth with bcrypt hashing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4279392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420624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Resend SDK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44398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Email delivery for OTPs &amp; password reset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4828032"/>
            <a:ext cx="36576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75488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Twilio SDK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499262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SMS delivery for phone verification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5376672"/>
            <a:ext cx="36576" cy="3474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66560" y="53035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5541264"/>
            <a:ext cx="4297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Deploy: frontend + serverless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7315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From Registration to Emergency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486400" cy="5120640"/>
          </a:xfrm>
          <a:prstGeom prst="roundRect">
            <a:avLst>
              <a:gd name="adj" fmla="val 1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4864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55448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08760"/>
            <a:ext cx="44805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19072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Sign up with Email OR Phone (Facebook-style). 23-country code selector for phone.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212848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12848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167128"/>
            <a:ext cx="44805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37744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Emergency dashboard: SOS radial dial, crash/fire monitoring, hardware health, quick chips.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2871216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871216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25496"/>
            <a:ext cx="44805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Emergency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35808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Crash auto-detected via sensors OR manual SOS tap. Both trigger alert sequence.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529584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29584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83864"/>
            <a:ext cx="44805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Smart Countdown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94176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 seconds for manual SOS / 3 seconds for crash-detected. Cancel anytime.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4187952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87952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42232"/>
            <a:ext cx="44805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Emergency Dispatch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352544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Trauma Center, Police &amp; Ambulance notified with precise GPS location.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484632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46320"/>
            <a:ext cx="3200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800600"/>
            <a:ext cx="44805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Chat Assistance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10912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Gemini AI for help, directions, fire risk check, or calling services. Works offline too.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280160"/>
            <a:ext cx="5150815" cy="5120640"/>
          </a:xfrm>
          <a:prstGeom prst="roundRect">
            <a:avLst>
              <a:gd name="adj" fmla="val 1000"/>
            </a:avLst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1280160"/>
            <a:ext cx="515081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417320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WINNING HIGHLIGHTS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1993392"/>
            <a:ext cx="36576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1920240"/>
            <a:ext cx="460217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Co-Trigger Crash 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121408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Impact (3 spikes in 5s) + Loud Audio (2s window) = Confirmed crash. Prevents 99% of false positives from phone shaking.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0840" y="2542032"/>
            <a:ext cx="36576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468880"/>
            <a:ext cx="460217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Real Fire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670048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Uses real device conditions: battery charge, memory pressure, CPU load spikes. No fake temperature sensors.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3090672"/>
            <a:ext cx="36576" cy="3474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017520"/>
            <a:ext cx="460217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Hardware Health + Auto-Call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218688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CPU, Battery temp &amp; level, Sensor status. Critical state -&gt; 15s auto-call to owner -&gt; dispatch if unanswered.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3639312"/>
            <a:ext cx="36576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566160"/>
            <a:ext cx="460217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Google-Style Map Routing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767328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Traffic-colored route segments (green/yellow/red), route drawing animation, ETA banner. OSRM + Leaflet.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20840" y="4187952"/>
            <a:ext cx="36576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114800"/>
            <a:ext cx="460217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Gemini AI + 20 Offline Fallbacks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315968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Streaming AI via Gemini 2.0 Flash. 20+ smart keyword responses when offline. Voice input + speech synthesis.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0840" y="4736592"/>
            <a:ext cx="36576" cy="3474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4663440"/>
            <a:ext cx="460217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Facebook-Style Auth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864608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Register with Email OR Phone. 23-country code pool. OTP verify, password strength meter, forgot/reset flow.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20840" y="5285232"/>
            <a:ext cx="36576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5212080"/>
            <a:ext cx="4602175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Zero-Config Vercel Deploy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413248"/>
            <a:ext cx="460217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Frontend + serverless API on one domain. MongoDB Atlas for database. No manual setup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72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Raksha — Keeping You Safe on Every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749039"/>
            <a:ext cx="3413455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9169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RoadSOS: AI-Powered Emergency Response &amp; Roadside Assistance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3787" y="4572000"/>
            <a:ext cx="1325880" cy="411480"/>
          </a:xfrm>
          <a:prstGeom prst="roundRect">
            <a:avLst>
              <a:gd name="adj" fmla="val 6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3787" y="4572000"/>
            <a:ext cx="1325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6827" y="4572000"/>
            <a:ext cx="1325880" cy="411480"/>
          </a:xfrm>
          <a:prstGeom prst="roundRect">
            <a:avLst>
              <a:gd name="adj" fmla="val 6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6827" y="4572000"/>
            <a:ext cx="1325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TypeScript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9867" y="4572000"/>
            <a:ext cx="1325880" cy="411480"/>
          </a:xfrm>
          <a:prstGeom prst="roundRect">
            <a:avLst>
              <a:gd name="adj" fmla="val 6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9867" y="4572000"/>
            <a:ext cx="1325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Vite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2907" y="4572000"/>
            <a:ext cx="1325880" cy="411480"/>
          </a:xfrm>
          <a:prstGeom prst="roundRect">
            <a:avLst>
              <a:gd name="adj" fmla="val 6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2907" y="4572000"/>
            <a:ext cx="1325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95947" y="4572000"/>
            <a:ext cx="1325880" cy="411480"/>
          </a:xfrm>
          <a:prstGeom prst="roundRect">
            <a:avLst>
              <a:gd name="adj" fmla="val 6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5947" y="4572000"/>
            <a:ext cx="1325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MongoDB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8987" y="4572000"/>
            <a:ext cx="1325880" cy="411480"/>
          </a:xfrm>
          <a:prstGeom prst="roundRect">
            <a:avLst>
              <a:gd name="adj" fmla="val 6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8987" y="4572000"/>
            <a:ext cx="1325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Gemini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2027" y="4572000"/>
            <a:ext cx="1325880" cy="411480"/>
          </a:xfrm>
          <a:prstGeom prst="roundRect">
            <a:avLst>
              <a:gd name="adj" fmla="val 60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2027" y="4572000"/>
            <a:ext cx="13258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>
                <a:solidFill>
                  <a:srgbClr val="0B0F1A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394960"/>
            <a:ext cx="12191695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Built for Hackathon 2026  .  Built for Emergency Responders &amp; Everyone on the Road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760720"/>
            <a:ext cx="12191695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All Rights Reserved  .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